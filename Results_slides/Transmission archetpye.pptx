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9" r:id="rId3"/>
    <p:sldId id="257" r:id="rId4"/>
    <p:sldId id="258" r:id="rId5"/>
    <p:sldId id="261" r:id="rId6"/>
    <p:sldId id="262" r:id="rId7"/>
    <p:sldId id="263" r:id="rId8"/>
    <p:sldId id="264" r:id="rId9"/>
    <p:sldId id="260" r:id="rId10"/>
    <p:sldId id="256" r:id="rId11"/>
    <p:sldId id="265" r:id="rId12"/>
    <p:sldId id="267" r:id="rId13"/>
    <p:sldId id="269" r:id="rId14"/>
    <p:sldId id="270" r:id="rId15"/>
    <p:sldId id="271" r:id="rId16"/>
    <p:sldId id="272" r:id="rId17"/>
    <p:sldId id="275" r:id="rId18"/>
    <p:sldId id="274" r:id="rId19"/>
    <p:sldId id="273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770B8-0E8A-40A8-B2B6-6A58158C7224}" v="448" dt="2026-07-24T07:38:54.176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94402" autoAdjust="0"/>
  </p:normalViewPr>
  <p:slideViewPr>
    <p:cSldViewPr snapToGrid="0">
      <p:cViewPr varScale="1">
        <p:scale>
          <a:sx n="66" d="100"/>
          <a:sy n="66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　HYO　LIM" userId="803037b5-35c6-4444-899a-9efafa1e9058" providerId="ADAL" clId="{C74645B2-B756-4BD0-8063-B3421C222799}"/>
    <pc:docChg chg="undo custSel addSld delSld modSld">
      <pc:chgData name="KANG　HYO　LIM" userId="803037b5-35c6-4444-899a-9efafa1e9058" providerId="ADAL" clId="{C74645B2-B756-4BD0-8063-B3421C222799}" dt="2026-07-24T07:59:35.910" v="3297" actId="20577"/>
      <pc:docMkLst>
        <pc:docMk/>
      </pc:docMkLst>
      <pc:sldChg chg="delSp modSp mod">
        <pc:chgData name="KANG　HYO　LIM" userId="803037b5-35c6-4444-899a-9efafa1e9058" providerId="ADAL" clId="{C74645B2-B756-4BD0-8063-B3421C222799}" dt="2026-07-24T05:35:34.279" v="1146" actId="478"/>
        <pc:sldMkLst>
          <pc:docMk/>
          <pc:sldMk cId="116393542" sldId="256"/>
        </pc:sldMkLst>
        <pc:spChg chg="mod">
          <ac:chgData name="KANG　HYO　LIM" userId="803037b5-35c6-4444-899a-9efafa1e9058" providerId="ADAL" clId="{C74645B2-B756-4BD0-8063-B3421C222799}" dt="2026-07-24T05:35:32.463" v="1145" actId="20577"/>
          <ac:spMkLst>
            <pc:docMk/>
            <pc:sldMk cId="116393542" sldId="256"/>
            <ac:spMk id="2" creationId="{E0BB5161-5018-D69E-ED2F-78F60DF22701}"/>
          </ac:spMkLst>
        </pc:spChg>
        <pc:spChg chg="del">
          <ac:chgData name="KANG　HYO　LIM" userId="803037b5-35c6-4444-899a-9efafa1e9058" providerId="ADAL" clId="{C74645B2-B756-4BD0-8063-B3421C222799}" dt="2026-07-24T05:35:34.279" v="1146" actId="478"/>
          <ac:spMkLst>
            <pc:docMk/>
            <pc:sldMk cId="116393542" sldId="256"/>
            <ac:spMk id="3" creationId="{84D0A496-AB2C-F287-B37B-ACBD3F160006}"/>
          </ac:spMkLst>
        </pc:spChg>
      </pc:sldChg>
      <pc:sldChg chg="modSp">
        <pc:chgData name="KANG　HYO　LIM" userId="803037b5-35c6-4444-899a-9efafa1e9058" providerId="ADAL" clId="{C74645B2-B756-4BD0-8063-B3421C222799}" dt="2026-07-24T04:57:54.242" v="88" actId="20577"/>
        <pc:sldMkLst>
          <pc:docMk/>
          <pc:sldMk cId="85502521" sldId="258"/>
        </pc:sldMkLst>
        <pc:spChg chg="mod">
          <ac:chgData name="KANG　HYO　LIM" userId="803037b5-35c6-4444-899a-9efafa1e9058" providerId="ADAL" clId="{C74645B2-B756-4BD0-8063-B3421C222799}" dt="2026-07-24T04:57:54.242" v="88" actId="20577"/>
          <ac:spMkLst>
            <pc:docMk/>
            <pc:sldMk cId="85502521" sldId="258"/>
            <ac:spMk id="7" creationId="{F5D68482-1513-FF70-2B1E-CC2ECA23B63F}"/>
          </ac:spMkLst>
        </pc:spChg>
      </pc:sldChg>
      <pc:sldChg chg="addSp delSp modSp mod">
        <pc:chgData name="KANG　HYO　LIM" userId="803037b5-35c6-4444-899a-9efafa1e9058" providerId="ADAL" clId="{C74645B2-B756-4BD0-8063-B3421C222799}" dt="2026-07-24T04:47:43.448" v="4" actId="1076"/>
        <pc:sldMkLst>
          <pc:docMk/>
          <pc:sldMk cId="1831948323" sldId="260"/>
        </pc:sldMkLst>
        <pc:spChg chg="add mod">
          <ac:chgData name="KANG　HYO　LIM" userId="803037b5-35c6-4444-899a-9efafa1e9058" providerId="ADAL" clId="{C74645B2-B756-4BD0-8063-B3421C222799}" dt="2026-07-24T04:47:42.338" v="3" actId="14100"/>
          <ac:spMkLst>
            <pc:docMk/>
            <pc:sldMk cId="1831948323" sldId="260"/>
            <ac:spMk id="4" creationId="{9600B91A-A400-9D50-BB60-11B96918ABDE}"/>
          </ac:spMkLst>
        </pc:spChg>
        <pc:picChg chg="del">
          <ac:chgData name="KANG　HYO　LIM" userId="803037b5-35c6-4444-899a-9efafa1e9058" providerId="ADAL" clId="{C74645B2-B756-4BD0-8063-B3421C222799}" dt="2026-07-24T04:47:18.583" v="0" actId="478"/>
          <ac:picMkLst>
            <pc:docMk/>
            <pc:sldMk cId="1831948323" sldId="260"/>
            <ac:picMk id="5" creationId="{9148784C-8F08-4DFA-1BED-7D9E194D5763}"/>
          </ac:picMkLst>
        </pc:picChg>
        <pc:picChg chg="add mod">
          <ac:chgData name="KANG　HYO　LIM" userId="803037b5-35c6-4444-899a-9efafa1e9058" providerId="ADAL" clId="{C74645B2-B756-4BD0-8063-B3421C222799}" dt="2026-07-24T04:47:43.448" v="4" actId="1076"/>
          <ac:picMkLst>
            <pc:docMk/>
            <pc:sldMk cId="1831948323" sldId="260"/>
            <ac:picMk id="6" creationId="{E77B3727-4A0F-78F5-4521-C30085D072F2}"/>
          </ac:picMkLst>
        </pc:picChg>
      </pc:sldChg>
      <pc:sldChg chg="modSp">
        <pc:chgData name="KANG　HYO　LIM" userId="803037b5-35c6-4444-899a-9efafa1e9058" providerId="ADAL" clId="{C74645B2-B756-4BD0-8063-B3421C222799}" dt="2026-07-24T05:00:44.094" v="205" actId="20577"/>
        <pc:sldMkLst>
          <pc:docMk/>
          <pc:sldMk cId="357147368" sldId="261"/>
        </pc:sldMkLst>
        <pc:spChg chg="mod">
          <ac:chgData name="KANG　HYO　LIM" userId="803037b5-35c6-4444-899a-9efafa1e9058" providerId="ADAL" clId="{C74645B2-B756-4BD0-8063-B3421C222799}" dt="2026-07-24T05:00:44.094" v="205" actId="20577"/>
          <ac:spMkLst>
            <pc:docMk/>
            <pc:sldMk cId="357147368" sldId="261"/>
            <ac:spMk id="3" creationId="{F67405FE-EDBF-0F5D-A6E9-A94ED33EEB5D}"/>
          </ac:spMkLst>
        </pc:spChg>
      </pc:sldChg>
      <pc:sldChg chg="modSp mod">
        <pc:chgData name="KANG　HYO　LIM" userId="803037b5-35c6-4444-899a-9efafa1e9058" providerId="ADAL" clId="{C74645B2-B756-4BD0-8063-B3421C222799}" dt="2026-07-24T05:01:20.171" v="249" actId="20577"/>
        <pc:sldMkLst>
          <pc:docMk/>
          <pc:sldMk cId="391680950" sldId="262"/>
        </pc:sldMkLst>
        <pc:spChg chg="mod">
          <ac:chgData name="KANG　HYO　LIM" userId="803037b5-35c6-4444-899a-9efafa1e9058" providerId="ADAL" clId="{C74645B2-B756-4BD0-8063-B3421C222799}" dt="2026-07-24T05:01:20.171" v="249" actId="20577"/>
          <ac:spMkLst>
            <pc:docMk/>
            <pc:sldMk cId="391680950" sldId="262"/>
            <ac:spMk id="3" creationId="{9A4760F3-0546-E180-5036-51A01E3A89D0}"/>
          </ac:spMkLst>
        </pc:spChg>
      </pc:sldChg>
      <pc:sldChg chg="modSp mod">
        <pc:chgData name="KANG　HYO　LIM" userId="803037b5-35c6-4444-899a-9efafa1e9058" providerId="ADAL" clId="{C74645B2-B756-4BD0-8063-B3421C222799}" dt="2026-07-24T05:17:44.237" v="428" actId="1076"/>
        <pc:sldMkLst>
          <pc:docMk/>
          <pc:sldMk cId="2605298594" sldId="263"/>
        </pc:sldMkLst>
        <pc:spChg chg="mod">
          <ac:chgData name="KANG　HYO　LIM" userId="803037b5-35c6-4444-899a-9efafa1e9058" providerId="ADAL" clId="{C74645B2-B756-4BD0-8063-B3421C222799}" dt="2026-07-24T05:17:44.237" v="428" actId="1076"/>
          <ac:spMkLst>
            <pc:docMk/>
            <pc:sldMk cId="2605298594" sldId="263"/>
            <ac:spMk id="3" creationId="{0064715B-C5ED-9F38-35B3-D8CAAF6BBA12}"/>
          </ac:spMkLst>
        </pc:spChg>
      </pc:sldChg>
      <pc:sldChg chg="modSp">
        <pc:chgData name="KANG　HYO　LIM" userId="803037b5-35c6-4444-899a-9efafa1e9058" providerId="ADAL" clId="{C74645B2-B756-4BD0-8063-B3421C222799}" dt="2026-07-24T05:08:31.868" v="424" actId="20577"/>
        <pc:sldMkLst>
          <pc:docMk/>
          <pc:sldMk cId="3202421088" sldId="264"/>
        </pc:sldMkLst>
        <pc:spChg chg="mod">
          <ac:chgData name="KANG　HYO　LIM" userId="803037b5-35c6-4444-899a-9efafa1e9058" providerId="ADAL" clId="{C74645B2-B756-4BD0-8063-B3421C222799}" dt="2026-07-24T05:08:31.868" v="424" actId="20577"/>
          <ac:spMkLst>
            <pc:docMk/>
            <pc:sldMk cId="3202421088" sldId="264"/>
            <ac:spMk id="3" creationId="{AD925368-7DFF-88B4-A5EC-D475BEB3DCE3}"/>
          </ac:spMkLst>
        </pc:spChg>
      </pc:sldChg>
      <pc:sldChg chg="addSp delSp modSp mod">
        <pc:chgData name="KANG　HYO　LIM" userId="803037b5-35c6-4444-899a-9efafa1e9058" providerId="ADAL" clId="{C74645B2-B756-4BD0-8063-B3421C222799}" dt="2026-07-24T05:34:09.838" v="1098" actId="1076"/>
        <pc:sldMkLst>
          <pc:docMk/>
          <pc:sldMk cId="2900641798" sldId="265"/>
        </pc:sldMkLst>
        <pc:spChg chg="add mod">
          <ac:chgData name="KANG　HYO　LIM" userId="803037b5-35c6-4444-899a-9efafa1e9058" providerId="ADAL" clId="{C74645B2-B756-4BD0-8063-B3421C222799}" dt="2026-07-24T05:25:57.593" v="797" actId="5793"/>
          <ac:spMkLst>
            <pc:docMk/>
            <pc:sldMk cId="2900641798" sldId="265"/>
            <ac:spMk id="6" creationId="{370B49F8-361A-2160-8C30-E560698BE83B}"/>
          </ac:spMkLst>
        </pc:spChg>
        <pc:picChg chg="del">
          <ac:chgData name="KANG　HYO　LIM" userId="803037b5-35c6-4444-899a-9efafa1e9058" providerId="ADAL" clId="{C74645B2-B756-4BD0-8063-B3421C222799}" dt="2026-07-24T05:23:57.412" v="550" actId="478"/>
          <ac:picMkLst>
            <pc:docMk/>
            <pc:sldMk cId="2900641798" sldId="265"/>
            <ac:picMk id="4" creationId="{17BB4CA9-0B37-50D8-BC50-15C6BA40DFA2}"/>
          </ac:picMkLst>
        </pc:picChg>
        <pc:picChg chg="mod">
          <ac:chgData name="KANG　HYO　LIM" userId="803037b5-35c6-4444-899a-9efafa1e9058" providerId="ADAL" clId="{C74645B2-B756-4BD0-8063-B3421C222799}" dt="2026-07-24T05:34:09.838" v="1098" actId="1076"/>
          <ac:picMkLst>
            <pc:docMk/>
            <pc:sldMk cId="2900641798" sldId="265"/>
            <ac:picMk id="5" creationId="{4E2E8948-1810-1935-2A36-9C03C29E6894}"/>
          </ac:picMkLst>
        </pc:picChg>
      </pc:sldChg>
      <pc:sldChg chg="delSp modSp mod">
        <pc:chgData name="KANG　HYO　LIM" userId="803037b5-35c6-4444-899a-9efafa1e9058" providerId="ADAL" clId="{C74645B2-B756-4BD0-8063-B3421C222799}" dt="2026-07-24T05:35:53.331" v="1185" actId="478"/>
        <pc:sldMkLst>
          <pc:docMk/>
          <pc:sldMk cId="83886407" sldId="266"/>
        </pc:sldMkLst>
        <pc:spChg chg="mod">
          <ac:chgData name="KANG　HYO　LIM" userId="803037b5-35c6-4444-899a-9efafa1e9058" providerId="ADAL" clId="{C74645B2-B756-4BD0-8063-B3421C222799}" dt="2026-07-24T05:35:51.092" v="1184" actId="20577"/>
          <ac:spMkLst>
            <pc:docMk/>
            <pc:sldMk cId="83886407" sldId="266"/>
            <ac:spMk id="2" creationId="{2D73BF58-2322-2BF7-D592-68D5ED38EB6D}"/>
          </ac:spMkLst>
        </pc:spChg>
        <pc:spChg chg="del">
          <ac:chgData name="KANG　HYO　LIM" userId="803037b5-35c6-4444-899a-9efafa1e9058" providerId="ADAL" clId="{C74645B2-B756-4BD0-8063-B3421C222799}" dt="2026-07-24T05:35:53.331" v="1185" actId="478"/>
          <ac:spMkLst>
            <pc:docMk/>
            <pc:sldMk cId="83886407" sldId="266"/>
            <ac:spMk id="3" creationId="{3A96D293-DE47-80A2-A8B8-FDDFAC4D150A}"/>
          </ac:spMkLst>
        </pc:spChg>
      </pc:sldChg>
      <pc:sldChg chg="addSp delSp modSp mod">
        <pc:chgData name="KANG　HYO　LIM" userId="803037b5-35c6-4444-899a-9efafa1e9058" providerId="ADAL" clId="{C74645B2-B756-4BD0-8063-B3421C222799}" dt="2026-07-24T05:33:55.694" v="1096" actId="20577"/>
        <pc:sldMkLst>
          <pc:docMk/>
          <pc:sldMk cId="1265007172" sldId="267"/>
        </pc:sldMkLst>
        <pc:spChg chg="mod">
          <ac:chgData name="KANG　HYO　LIM" userId="803037b5-35c6-4444-899a-9efafa1e9058" providerId="ADAL" clId="{C74645B2-B756-4BD0-8063-B3421C222799}" dt="2026-07-24T05:18:53.908" v="549" actId="20577"/>
          <ac:spMkLst>
            <pc:docMk/>
            <pc:sldMk cId="1265007172" sldId="267"/>
            <ac:spMk id="2" creationId="{D0D5D9BD-AFB3-E365-B053-6F1141A404AD}"/>
          </ac:spMkLst>
        </pc:spChg>
        <pc:spChg chg="del">
          <ac:chgData name="KANG　HYO　LIM" userId="803037b5-35c6-4444-899a-9efafa1e9058" providerId="ADAL" clId="{C74645B2-B756-4BD0-8063-B3421C222799}" dt="2026-07-24T05:18:22.121" v="429"/>
          <ac:spMkLst>
            <pc:docMk/>
            <pc:sldMk cId="1265007172" sldId="267"/>
            <ac:spMk id="3" creationId="{4E098892-714B-E6BF-249A-146931CA7D82}"/>
          </ac:spMkLst>
        </pc:spChg>
        <pc:spChg chg="add mod">
          <ac:chgData name="KANG　HYO　LIM" userId="803037b5-35c6-4444-899a-9efafa1e9058" providerId="ADAL" clId="{C74645B2-B756-4BD0-8063-B3421C222799}" dt="2026-07-24T05:33:55.694" v="1096" actId="20577"/>
          <ac:spMkLst>
            <pc:docMk/>
            <pc:sldMk cId="1265007172" sldId="267"/>
            <ac:spMk id="5" creationId="{2C123985-E58C-6E29-1081-0885ADC5C8F6}"/>
          </ac:spMkLst>
        </pc:spChg>
        <pc:picChg chg="add mod">
          <ac:chgData name="KANG　HYO　LIM" userId="803037b5-35c6-4444-899a-9efafa1e9058" providerId="ADAL" clId="{C74645B2-B756-4BD0-8063-B3421C222799}" dt="2026-07-24T05:18:23.975" v="430" actId="1076"/>
          <ac:picMkLst>
            <pc:docMk/>
            <pc:sldMk cId="1265007172" sldId="267"/>
            <ac:picMk id="4" creationId="{36987A79-BCEF-D338-DE09-CEC8CCB0890B}"/>
          </ac:picMkLst>
        </pc:picChg>
      </pc:sldChg>
      <pc:sldChg chg="new del">
        <pc:chgData name="KANG　HYO　LIM" userId="803037b5-35c6-4444-899a-9efafa1e9058" providerId="ADAL" clId="{C74645B2-B756-4BD0-8063-B3421C222799}" dt="2026-07-24T05:34:18.954" v="1101" actId="47"/>
        <pc:sldMkLst>
          <pc:docMk/>
          <pc:sldMk cId="2967924539" sldId="268"/>
        </pc:sldMkLst>
      </pc:sldChg>
      <pc:sldChg chg="addSp delSp modSp add mod">
        <pc:chgData name="KANG　HYO　LIM" userId="803037b5-35c6-4444-899a-9efafa1e9058" providerId="ADAL" clId="{C74645B2-B756-4BD0-8063-B3421C222799}" dt="2026-07-24T05:34:42.882" v="1116" actId="1076"/>
        <pc:sldMkLst>
          <pc:docMk/>
          <pc:sldMk cId="4103901390" sldId="269"/>
        </pc:sldMkLst>
        <pc:spChg chg="mod">
          <ac:chgData name="KANG　HYO　LIM" userId="803037b5-35c6-4444-899a-9efafa1e9058" providerId="ADAL" clId="{C74645B2-B756-4BD0-8063-B3421C222799}" dt="2026-07-24T05:34:22.904" v="1108" actId="20577"/>
          <ac:spMkLst>
            <pc:docMk/>
            <pc:sldMk cId="4103901390" sldId="269"/>
            <ac:spMk id="2" creationId="{F466C4DF-3447-B9C4-71CC-4E749DC7A0AD}"/>
          </ac:spMkLst>
        </pc:spChg>
        <pc:picChg chg="add mod">
          <ac:chgData name="KANG　HYO　LIM" userId="803037b5-35c6-4444-899a-9efafa1e9058" providerId="ADAL" clId="{C74645B2-B756-4BD0-8063-B3421C222799}" dt="2026-07-24T05:34:42.882" v="1116" actId="1076"/>
          <ac:picMkLst>
            <pc:docMk/>
            <pc:sldMk cId="4103901390" sldId="269"/>
            <ac:picMk id="3" creationId="{654BD8C0-36E4-8E27-2B15-68428CA0E241}"/>
          </ac:picMkLst>
        </pc:picChg>
        <pc:picChg chg="del">
          <ac:chgData name="KANG　HYO　LIM" userId="803037b5-35c6-4444-899a-9efafa1e9058" providerId="ADAL" clId="{C74645B2-B756-4BD0-8063-B3421C222799}" dt="2026-07-24T05:34:35.107" v="1109" actId="478"/>
          <ac:picMkLst>
            <pc:docMk/>
            <pc:sldMk cId="4103901390" sldId="269"/>
            <ac:picMk id="5" creationId="{1C223937-886C-6378-0BB3-C8A65B937AC4}"/>
          </ac:picMkLst>
        </pc:picChg>
      </pc:sldChg>
      <pc:sldChg chg="addSp delSp modSp add mod">
        <pc:chgData name="KANG　HYO　LIM" userId="803037b5-35c6-4444-899a-9efafa1e9058" providerId="ADAL" clId="{C74645B2-B756-4BD0-8063-B3421C222799}" dt="2026-07-24T05:35:20.525" v="1135" actId="20577"/>
        <pc:sldMkLst>
          <pc:docMk/>
          <pc:sldMk cId="887203744" sldId="270"/>
        </pc:sldMkLst>
        <pc:spChg chg="mod">
          <ac:chgData name="KANG　HYO　LIM" userId="803037b5-35c6-4444-899a-9efafa1e9058" providerId="ADAL" clId="{C74645B2-B756-4BD0-8063-B3421C222799}" dt="2026-07-24T05:35:09.754" v="1123" actId="1076"/>
          <ac:spMkLst>
            <pc:docMk/>
            <pc:sldMk cId="887203744" sldId="270"/>
            <ac:spMk id="2" creationId="{32D63902-6CF3-CECA-1E0D-E347BBC0F362}"/>
          </ac:spMkLst>
        </pc:spChg>
        <pc:spChg chg="mod">
          <ac:chgData name="KANG　HYO　LIM" userId="803037b5-35c6-4444-899a-9efafa1e9058" providerId="ADAL" clId="{C74645B2-B756-4BD0-8063-B3421C222799}" dt="2026-07-24T05:35:20.525" v="1135" actId="20577"/>
          <ac:spMkLst>
            <pc:docMk/>
            <pc:sldMk cId="887203744" sldId="270"/>
            <ac:spMk id="5" creationId="{AD74F805-3C45-E013-FC14-5E45C57CEEDE}"/>
          </ac:spMkLst>
        </pc:spChg>
        <pc:spChg chg="add del mod">
          <ac:chgData name="KANG　HYO　LIM" userId="803037b5-35c6-4444-899a-9efafa1e9058" providerId="ADAL" clId="{C74645B2-B756-4BD0-8063-B3421C222799}" dt="2026-07-24T05:35:05.037" v="1121" actId="478"/>
          <ac:spMkLst>
            <pc:docMk/>
            <pc:sldMk cId="887203744" sldId="270"/>
            <ac:spMk id="6" creationId="{C8082EA1-A581-63AC-4AD6-BB9F29B1F7A7}"/>
          </ac:spMkLst>
        </pc:spChg>
        <pc:picChg chg="del">
          <ac:chgData name="KANG　HYO　LIM" userId="803037b5-35c6-4444-899a-9efafa1e9058" providerId="ADAL" clId="{C74645B2-B756-4BD0-8063-B3421C222799}" dt="2026-07-24T05:34:58.789" v="1117" actId="478"/>
          <ac:picMkLst>
            <pc:docMk/>
            <pc:sldMk cId="887203744" sldId="270"/>
            <ac:picMk id="4" creationId="{AC1D9FE4-910F-53D2-87BC-321509E63144}"/>
          </ac:picMkLst>
        </pc:picChg>
        <pc:picChg chg="add mod">
          <ac:chgData name="KANG　HYO　LIM" userId="803037b5-35c6-4444-899a-9efafa1e9058" providerId="ADAL" clId="{C74645B2-B756-4BD0-8063-B3421C222799}" dt="2026-07-24T05:35:11.969" v="1124" actId="1076"/>
          <ac:picMkLst>
            <pc:docMk/>
            <pc:sldMk cId="887203744" sldId="270"/>
            <ac:picMk id="7" creationId="{68BFB78C-5B3F-9996-BB83-21426E288C50}"/>
          </ac:picMkLst>
        </pc:picChg>
      </pc:sldChg>
      <pc:sldChg chg="addSp modSp new mod">
        <pc:chgData name="KANG　HYO　LIM" userId="803037b5-35c6-4444-899a-9efafa1e9058" providerId="ADAL" clId="{C74645B2-B756-4BD0-8063-B3421C222799}" dt="2026-07-24T05:58:35.651" v="1562" actId="1076"/>
        <pc:sldMkLst>
          <pc:docMk/>
          <pc:sldMk cId="3924718112" sldId="271"/>
        </pc:sldMkLst>
        <pc:spChg chg="mod">
          <ac:chgData name="KANG　HYO　LIM" userId="803037b5-35c6-4444-899a-9efafa1e9058" providerId="ADAL" clId="{C74645B2-B756-4BD0-8063-B3421C222799}" dt="2026-07-24T05:37:50.701" v="1304" actId="20577"/>
          <ac:spMkLst>
            <pc:docMk/>
            <pc:sldMk cId="3924718112" sldId="271"/>
            <ac:spMk id="2" creationId="{024EC16C-B98E-BAD7-ADD9-10DBBA613774}"/>
          </ac:spMkLst>
        </pc:spChg>
        <pc:spChg chg="mod">
          <ac:chgData name="KANG　HYO　LIM" userId="803037b5-35c6-4444-899a-9efafa1e9058" providerId="ADAL" clId="{C74645B2-B756-4BD0-8063-B3421C222799}" dt="2026-07-24T05:52:31.161" v="1558" actId="20577"/>
          <ac:spMkLst>
            <pc:docMk/>
            <pc:sldMk cId="3924718112" sldId="271"/>
            <ac:spMk id="3" creationId="{0CCED83A-620D-279F-97F6-DA65A34D6B90}"/>
          </ac:spMkLst>
        </pc:spChg>
        <pc:picChg chg="add mod">
          <ac:chgData name="KANG　HYO　LIM" userId="803037b5-35c6-4444-899a-9efafa1e9058" providerId="ADAL" clId="{C74645B2-B756-4BD0-8063-B3421C222799}" dt="2026-07-24T05:58:35.651" v="1562" actId="1076"/>
          <ac:picMkLst>
            <pc:docMk/>
            <pc:sldMk cId="3924718112" sldId="271"/>
            <ac:picMk id="4" creationId="{E08E99A0-EDEF-77F3-EBA0-3CFFB505280F}"/>
          </ac:picMkLst>
        </pc:picChg>
      </pc:sldChg>
      <pc:sldChg chg="addSp modSp new mod">
        <pc:chgData name="KANG　HYO　LIM" userId="803037b5-35c6-4444-899a-9efafa1e9058" providerId="ADAL" clId="{C74645B2-B756-4BD0-8063-B3421C222799}" dt="2026-07-24T06:47:30.757" v="2887" actId="20577"/>
        <pc:sldMkLst>
          <pc:docMk/>
          <pc:sldMk cId="3487409645" sldId="272"/>
        </pc:sldMkLst>
        <pc:spChg chg="mod">
          <ac:chgData name="KANG　HYO　LIM" userId="803037b5-35c6-4444-899a-9efafa1e9058" providerId="ADAL" clId="{C74645B2-B756-4BD0-8063-B3421C222799}" dt="2026-07-24T06:33:25.985" v="2173" actId="20577"/>
          <ac:spMkLst>
            <pc:docMk/>
            <pc:sldMk cId="3487409645" sldId="272"/>
            <ac:spMk id="2" creationId="{AA4ECF65-7EAD-4328-37D5-51B02BA07AAE}"/>
          </ac:spMkLst>
        </pc:spChg>
        <pc:spChg chg="mod">
          <ac:chgData name="KANG　HYO　LIM" userId="803037b5-35c6-4444-899a-9efafa1e9058" providerId="ADAL" clId="{C74645B2-B756-4BD0-8063-B3421C222799}" dt="2026-07-24T06:47:30.757" v="2887" actId="20577"/>
          <ac:spMkLst>
            <pc:docMk/>
            <pc:sldMk cId="3487409645" sldId="272"/>
            <ac:spMk id="3" creationId="{FC243AFC-0E37-1E8C-3BD2-BCE970F86038}"/>
          </ac:spMkLst>
        </pc:spChg>
        <pc:spChg chg="add mod">
          <ac:chgData name="KANG　HYO　LIM" userId="803037b5-35c6-4444-899a-9efafa1e9058" providerId="ADAL" clId="{C74645B2-B756-4BD0-8063-B3421C222799}" dt="2026-07-24T06:35:51.995" v="2550" actId="1076"/>
          <ac:spMkLst>
            <pc:docMk/>
            <pc:sldMk cId="3487409645" sldId="272"/>
            <ac:spMk id="4" creationId="{4F8B6E24-10AE-2D3E-E3B0-B3DCB7CFC054}"/>
          </ac:spMkLst>
        </pc:spChg>
        <pc:graphicFrameChg chg="add mod modGraphic">
          <ac:chgData name="KANG　HYO　LIM" userId="803037b5-35c6-4444-899a-9efafa1e9058" providerId="ADAL" clId="{C74645B2-B756-4BD0-8063-B3421C222799}" dt="2026-07-24T06:47:01.854" v="2876" actId="1076"/>
          <ac:graphicFrameMkLst>
            <pc:docMk/>
            <pc:sldMk cId="3487409645" sldId="272"/>
            <ac:graphicFrameMk id="5" creationId="{8DC46748-F160-1920-CA9F-B14DBAC7B560}"/>
          </ac:graphicFrameMkLst>
        </pc:graphicFrameChg>
        <pc:picChg chg="add mod">
          <ac:chgData name="KANG　HYO　LIM" userId="803037b5-35c6-4444-899a-9efafa1e9058" providerId="ADAL" clId="{C74645B2-B756-4BD0-8063-B3421C222799}" dt="2026-07-24T06:47:03.496" v="2877" actId="1076"/>
          <ac:picMkLst>
            <pc:docMk/>
            <pc:sldMk cId="3487409645" sldId="272"/>
            <ac:picMk id="7" creationId="{4FF04122-8FEC-6A87-4F7C-2E0FDE1CD500}"/>
          </ac:picMkLst>
        </pc:picChg>
      </pc:sldChg>
      <pc:sldChg chg="addSp modSp new mod">
        <pc:chgData name="KANG　HYO　LIM" userId="803037b5-35c6-4444-899a-9efafa1e9058" providerId="ADAL" clId="{C74645B2-B756-4BD0-8063-B3421C222799}" dt="2026-07-24T07:36:18.816" v="2967" actId="14100"/>
        <pc:sldMkLst>
          <pc:docMk/>
          <pc:sldMk cId="3499703751" sldId="273"/>
        </pc:sldMkLst>
        <pc:spChg chg="mod">
          <ac:chgData name="KANG　HYO　LIM" userId="803037b5-35c6-4444-899a-9efafa1e9058" providerId="ADAL" clId="{C74645B2-B756-4BD0-8063-B3421C222799}" dt="2026-07-24T06:23:18.585" v="1996" actId="20577"/>
          <ac:spMkLst>
            <pc:docMk/>
            <pc:sldMk cId="3499703751" sldId="273"/>
            <ac:spMk id="2" creationId="{E9FB3D5E-A309-28DC-1861-03A86E43C28F}"/>
          </ac:spMkLst>
        </pc:spChg>
        <pc:spChg chg="mod">
          <ac:chgData name="KANG　HYO　LIM" userId="803037b5-35c6-4444-899a-9efafa1e9058" providerId="ADAL" clId="{C74645B2-B756-4BD0-8063-B3421C222799}" dt="2026-07-24T07:36:18.816" v="2967" actId="14100"/>
          <ac:spMkLst>
            <pc:docMk/>
            <pc:sldMk cId="3499703751" sldId="273"/>
            <ac:spMk id="3" creationId="{CF2F1445-1B6C-404F-407C-4A4F09D0A631}"/>
          </ac:spMkLst>
        </pc:spChg>
        <pc:picChg chg="add mod">
          <ac:chgData name="KANG　HYO　LIM" userId="803037b5-35c6-4444-899a-9efafa1e9058" providerId="ADAL" clId="{C74645B2-B756-4BD0-8063-B3421C222799}" dt="2026-07-24T07:36:16.008" v="2966" actId="1076"/>
          <ac:picMkLst>
            <pc:docMk/>
            <pc:sldMk cId="3499703751" sldId="273"/>
            <ac:picMk id="4" creationId="{E81E7F19-5E1D-4839-49AF-7255FC87FB1E}"/>
          </ac:picMkLst>
        </pc:picChg>
      </pc:sldChg>
      <pc:sldChg chg="addSp delSp modSp add mod">
        <pc:chgData name="KANG　HYO　LIM" userId="803037b5-35c6-4444-899a-9efafa1e9058" providerId="ADAL" clId="{C74645B2-B756-4BD0-8063-B3421C222799}" dt="2026-07-24T07:29:53.015" v="2892" actId="478"/>
        <pc:sldMkLst>
          <pc:docMk/>
          <pc:sldMk cId="2796847746" sldId="274"/>
        </pc:sldMkLst>
        <pc:spChg chg="mod">
          <ac:chgData name="KANG　HYO　LIM" userId="803037b5-35c6-4444-899a-9efafa1e9058" providerId="ADAL" clId="{C74645B2-B756-4BD0-8063-B3421C222799}" dt="2026-07-24T06:38:57.757" v="2615" actId="20577"/>
          <ac:spMkLst>
            <pc:docMk/>
            <pc:sldMk cId="2796847746" sldId="274"/>
            <ac:spMk id="2" creationId="{280870CD-93C4-A36F-3244-8E72148F27E8}"/>
          </ac:spMkLst>
        </pc:spChg>
        <pc:spChg chg="mod">
          <ac:chgData name="KANG　HYO　LIM" userId="803037b5-35c6-4444-899a-9efafa1e9058" providerId="ADAL" clId="{C74645B2-B756-4BD0-8063-B3421C222799}" dt="2026-07-24T06:39:43.333" v="2788" actId="20577"/>
          <ac:spMkLst>
            <pc:docMk/>
            <pc:sldMk cId="2796847746" sldId="274"/>
            <ac:spMk id="3" creationId="{F09F80FD-457D-E6AE-5296-F6C140B57C0D}"/>
          </ac:spMkLst>
        </pc:spChg>
        <pc:spChg chg="del">
          <ac:chgData name="KANG　HYO　LIM" userId="803037b5-35c6-4444-899a-9efafa1e9058" providerId="ADAL" clId="{C74645B2-B756-4BD0-8063-B3421C222799}" dt="2026-07-24T06:39:01.171" v="2616" actId="478"/>
          <ac:spMkLst>
            <pc:docMk/>
            <pc:sldMk cId="2796847746" sldId="274"/>
            <ac:spMk id="4" creationId="{E6D5757A-16EE-0037-8E82-87C41A01F9B0}"/>
          </ac:spMkLst>
        </pc:spChg>
        <pc:spChg chg="add mod">
          <ac:chgData name="KANG　HYO　LIM" userId="803037b5-35c6-4444-899a-9efafa1e9058" providerId="ADAL" clId="{C74645B2-B756-4BD0-8063-B3421C222799}" dt="2026-07-24T06:41:16.821" v="2867" actId="20577"/>
          <ac:spMkLst>
            <pc:docMk/>
            <pc:sldMk cId="2796847746" sldId="274"/>
            <ac:spMk id="7" creationId="{BD07622B-63D6-7AC3-8367-F5BC7F274248}"/>
          </ac:spMkLst>
        </pc:spChg>
        <pc:graphicFrameChg chg="del">
          <ac:chgData name="KANG　HYO　LIM" userId="803037b5-35c6-4444-899a-9efafa1e9058" providerId="ADAL" clId="{C74645B2-B756-4BD0-8063-B3421C222799}" dt="2026-07-24T06:39:50.145" v="2789" actId="478"/>
          <ac:graphicFrameMkLst>
            <pc:docMk/>
            <pc:sldMk cId="2796847746" sldId="274"/>
            <ac:graphicFrameMk id="5" creationId="{C502A7B6-7BD4-5CF0-F7AD-FC2BF29308BB}"/>
          </ac:graphicFrameMkLst>
        </pc:graphicFrameChg>
        <pc:graphicFrameChg chg="add mod modGraphic">
          <ac:chgData name="KANG　HYO　LIM" userId="803037b5-35c6-4444-899a-9efafa1e9058" providerId="ADAL" clId="{C74645B2-B756-4BD0-8063-B3421C222799}" dt="2026-07-24T06:40:26.251" v="2795" actId="1076"/>
          <ac:graphicFrameMkLst>
            <pc:docMk/>
            <pc:sldMk cId="2796847746" sldId="274"/>
            <ac:graphicFrameMk id="6" creationId="{4E604E27-40B5-5566-73F5-07E356880718}"/>
          </ac:graphicFrameMkLst>
        </pc:graphicFrameChg>
        <pc:picChg chg="add del mod">
          <ac:chgData name="KANG　HYO　LIM" userId="803037b5-35c6-4444-899a-9efafa1e9058" providerId="ADAL" clId="{C74645B2-B756-4BD0-8063-B3421C222799}" dt="2026-07-24T07:29:53.015" v="2892" actId="478"/>
          <ac:picMkLst>
            <pc:docMk/>
            <pc:sldMk cId="2796847746" sldId="274"/>
            <ac:picMk id="8" creationId="{2484CAA6-AFF5-64C0-14C1-060CA421829A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7-24T07:30:17.756" v="2963" actId="20577"/>
        <pc:sldMkLst>
          <pc:docMk/>
          <pc:sldMk cId="245902536" sldId="275"/>
        </pc:sldMkLst>
        <pc:spChg chg="mod">
          <ac:chgData name="KANG　HYO　LIM" userId="803037b5-35c6-4444-899a-9efafa1e9058" providerId="ADAL" clId="{C74645B2-B756-4BD0-8063-B3421C222799}" dt="2026-07-24T07:30:17.756" v="2963" actId="20577"/>
          <ac:spMkLst>
            <pc:docMk/>
            <pc:sldMk cId="245902536" sldId="275"/>
            <ac:spMk id="2" creationId="{364818DF-5CDF-8F6F-34EF-D479AF2B1147}"/>
          </ac:spMkLst>
        </pc:spChg>
        <pc:spChg chg="del mod">
          <ac:chgData name="KANG　HYO　LIM" userId="803037b5-35c6-4444-899a-9efafa1e9058" providerId="ADAL" clId="{C74645B2-B756-4BD0-8063-B3421C222799}" dt="2026-07-24T07:30:02.797" v="2896" actId="478"/>
          <ac:spMkLst>
            <pc:docMk/>
            <pc:sldMk cId="245902536" sldId="275"/>
            <ac:spMk id="3" creationId="{09FB6D3E-4FD9-0609-B9C5-F879A21932DB}"/>
          </ac:spMkLst>
        </pc:spChg>
        <pc:picChg chg="add mod">
          <ac:chgData name="KANG　HYO　LIM" userId="803037b5-35c6-4444-899a-9efafa1e9058" providerId="ADAL" clId="{C74645B2-B756-4BD0-8063-B3421C222799}" dt="2026-07-24T07:29:57.670" v="2894" actId="1076"/>
          <ac:picMkLst>
            <pc:docMk/>
            <pc:sldMk cId="245902536" sldId="275"/>
            <ac:picMk id="5" creationId="{515054AC-D9D8-7183-76F4-5DA1E269D271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7-24T07:59:35.910" v="3297" actId="20577"/>
        <pc:sldMkLst>
          <pc:docMk/>
          <pc:sldMk cId="260081359" sldId="276"/>
        </pc:sldMkLst>
        <pc:spChg chg="mod">
          <ac:chgData name="KANG　HYO　LIM" userId="803037b5-35c6-4444-899a-9efafa1e9058" providerId="ADAL" clId="{C74645B2-B756-4BD0-8063-B3421C222799}" dt="2026-07-24T07:59:35.910" v="3297" actId="20577"/>
          <ac:spMkLst>
            <pc:docMk/>
            <pc:sldMk cId="260081359" sldId="276"/>
            <ac:spMk id="2" creationId="{52B0F973-73E0-237A-65F9-843D733FCE77}"/>
          </ac:spMkLst>
        </pc:spChg>
        <pc:spChg chg="del">
          <ac:chgData name="KANG　HYO　LIM" userId="803037b5-35c6-4444-899a-9efafa1e9058" providerId="ADAL" clId="{C74645B2-B756-4BD0-8063-B3421C222799}" dt="2026-07-24T07:36:41.010" v="2969"/>
          <ac:spMkLst>
            <pc:docMk/>
            <pc:sldMk cId="260081359" sldId="276"/>
            <ac:spMk id="3" creationId="{791F8FE0-B37D-162A-22E1-5FA93E6CBEBA}"/>
          </ac:spMkLst>
        </pc:spChg>
        <pc:picChg chg="add mod">
          <ac:chgData name="KANG　HYO　LIM" userId="803037b5-35c6-4444-899a-9efafa1e9058" providerId="ADAL" clId="{C74645B2-B756-4BD0-8063-B3421C222799}" dt="2026-07-24T07:36:47.790" v="2971" actId="14100"/>
          <ac:picMkLst>
            <pc:docMk/>
            <pc:sldMk cId="260081359" sldId="276"/>
            <ac:picMk id="4" creationId="{84854233-9969-4304-08DB-D6EC424F7925}"/>
          </ac:picMkLst>
        </pc:picChg>
      </pc:sldChg>
      <pc:sldChg chg="addSp delSp modSp new mod">
        <pc:chgData name="KANG　HYO　LIM" userId="803037b5-35c6-4444-899a-9efafa1e9058" providerId="ADAL" clId="{C74645B2-B756-4BD0-8063-B3421C222799}" dt="2026-07-24T07:58:15.946" v="3131" actId="20577"/>
        <pc:sldMkLst>
          <pc:docMk/>
          <pc:sldMk cId="3411284429" sldId="277"/>
        </pc:sldMkLst>
        <pc:spChg chg="mod">
          <ac:chgData name="KANG　HYO　LIM" userId="803037b5-35c6-4444-899a-9efafa1e9058" providerId="ADAL" clId="{C74645B2-B756-4BD0-8063-B3421C222799}" dt="2026-07-24T07:58:15.946" v="3131" actId="20577"/>
          <ac:spMkLst>
            <pc:docMk/>
            <pc:sldMk cId="3411284429" sldId="277"/>
            <ac:spMk id="2" creationId="{ED7E4877-7606-7B90-F25C-81610FE72CFB}"/>
          </ac:spMkLst>
        </pc:spChg>
        <pc:spChg chg="del">
          <ac:chgData name="KANG　HYO　LIM" userId="803037b5-35c6-4444-899a-9efafa1e9058" providerId="ADAL" clId="{C74645B2-B756-4BD0-8063-B3421C222799}" dt="2026-07-24T07:38:54.176" v="2973"/>
          <ac:spMkLst>
            <pc:docMk/>
            <pc:sldMk cId="3411284429" sldId="277"/>
            <ac:spMk id="3" creationId="{FCA82951-A8D8-EA02-5A91-FAE3F9F50EB3}"/>
          </ac:spMkLst>
        </pc:spChg>
        <pc:picChg chg="add mod">
          <ac:chgData name="KANG　HYO　LIM" userId="803037b5-35c6-4444-899a-9efafa1e9058" providerId="ADAL" clId="{C74645B2-B756-4BD0-8063-B3421C222799}" dt="2026-07-24T07:38:59.260" v="2976" actId="1076"/>
          <ac:picMkLst>
            <pc:docMk/>
            <pc:sldMk cId="3411284429" sldId="277"/>
            <ac:picMk id="4" creationId="{92A47B73-DDE1-F46A-2F44-9044F0E9E3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94235-CEB9-ABD5-1E55-280284BCE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GB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2EAB9C-82C2-7B89-55D3-F18B2EF8C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2083ED-93F3-F4E0-BC3C-72140F7B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CEBC8-1F79-D089-C91F-E781F38F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EFE7AF-51D5-7E85-1F76-1DB01093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98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105B0-0F80-7868-C9B5-CA4B39E4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GB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6951F-7CA9-1910-2E1E-1B09FC54C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GB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BE68B-7EB5-5D3B-E8E6-758BC7DB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AB0AA-0E90-56F7-ECB8-C947A5C1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352FC1-48C3-AC8C-0633-55855C67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17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3E471-CCBD-3A23-2182-CA96D969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3BB391-0CE9-9AC6-8457-27FF3EF75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52AE23-2790-6548-097F-1CEF4DE5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54CE4A-7931-FA30-3B16-04AB90C0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3A189-79C7-DC3C-8254-02D895F5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0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2B48A-B41B-9172-66B4-10B24B50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520E0B-7FD6-50D0-F55A-1DAF70344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FA7F51-E0DD-793A-78EC-C11B1400F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67E2EE-1512-DD1D-C18B-6039F050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703CBA-CDEA-6573-6F0F-A146EC7D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6B3BA1-D63D-F23E-0915-A752ABF1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8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F68A4-996C-C75F-9CE1-0F71E7E5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933FD-0121-34EB-6F24-D490F3EF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1B8A7-B492-A801-3FC2-2D12A44D2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403ED6-EC29-0694-BE50-0E1288F6C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613524-E4CD-1125-36CB-2A391A389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48F017-29F4-C2B1-6043-15180C3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DC63D-0CF5-792B-715A-4DE3DD57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B424AD-1014-16A0-33CF-CF467826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93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D5FB9-45D8-8438-C83B-3B85E36E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D6E90F-25D1-4505-7785-0318EE2E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E0C97-F747-C3C8-6AF5-5274704F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6B76B9-4DA7-3780-6491-E98C79C3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58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FE278A-CDBE-21E9-367A-F8A04450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561C66-A8E7-FBF0-22B7-60C8D943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2262A-8932-B8B2-6470-4202C4B6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65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F651E-2A3C-791E-455E-23200652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2C6836-5B67-C5F6-0D8F-1707B0144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A0C76D-1961-D530-C998-CD62ECBD9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D57DA6-8685-67B0-B105-9C0C0292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A73A83-732A-90B6-E0AE-EC0065342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2048E5-884D-EF4E-9496-3D222014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763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A0004-824A-3DF8-FA37-4FF5C320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5F686C-0619-73FB-8F30-106196118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E3614E-0860-9BF6-28A2-EEC4313F7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A733C0-9B89-46A1-3237-1D887DF5C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6BAC39-2AD0-A291-F274-EA3EB56F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6892BF-29EF-8D43-6F6E-9DD504C9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0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0B2D5-A722-2CB4-9725-DBD168EE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966422-8CBE-DC82-413C-D7E4AB153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FB61D-11A4-D819-D1B9-A887F185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87122-6C90-B2E9-1CF6-587490D5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D645B-160B-CA9D-3F1F-48984EE5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4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19FE99-8F83-DFD4-96EA-69F4D57B8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EDE37E-551C-E32C-6E13-75129BA9A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28E90-2523-AAF9-1300-5F52ADBC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97A89-CE45-68D4-19B4-EB9CAC50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D01D5-771B-93DB-3DA9-06589671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8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0119E0-A4C9-9B98-A4BD-C7AC09F0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GB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E586A2-FD38-6448-32FD-9DCDF5491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GB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CC325-B3E2-71E5-4B16-41A5C9057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9DB84-137B-4ACB-9217-D7F36970BA43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2594B-57C1-384A-2359-E68E803F4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BEFB5-19E2-AE49-D7B5-DEC7C8BF4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142C0-5A51-4542-8114-5A8F1BC07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2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54D5-D76E-BD65-A038-BBA7182D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3BF58-2322-2BF7-D592-68D5ED38E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Transmission archetype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388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2C4DE-368F-FCAC-97F2-87502602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	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DC243-187C-A223-BF8D-1450BEB4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058" y="693175"/>
            <a:ext cx="4987413" cy="5602388"/>
          </a:xfrm>
        </p:spPr>
        <p:txBody>
          <a:bodyPr>
            <a:normAutofit/>
          </a:bodyPr>
          <a:lstStyle/>
          <a:p>
            <a:r>
              <a:rPr lang="en-GB" dirty="0"/>
              <a:t>Previous catalytic model based long-term average global burden is prone to underestimating incidence and older age burden in countries where chikungunya virus was introduced recently or outbreak is episodic </a:t>
            </a:r>
          </a:p>
          <a:p>
            <a:r>
              <a:rPr lang="en-GB" dirty="0"/>
              <a:t>Chikungunya transmission dynamics are highly sporadic and heterogenous between countries</a:t>
            </a:r>
          </a:p>
          <a:p>
            <a:r>
              <a:rPr lang="en-GB" dirty="0"/>
              <a:t>Transmission archetype framework </a:t>
            </a:r>
          </a:p>
          <a:p>
            <a:pPr lvl="1"/>
            <a:r>
              <a:rPr lang="en-GB" dirty="0"/>
              <a:t>A: Finite circulation since introduction</a:t>
            </a:r>
          </a:p>
          <a:p>
            <a:pPr lvl="1"/>
            <a:r>
              <a:rPr lang="en-GB" dirty="0"/>
              <a:t>B: Lond-term endemic equilibrium</a:t>
            </a:r>
          </a:p>
          <a:p>
            <a:pPr lvl="1"/>
            <a:r>
              <a:rPr lang="en-GB" dirty="0"/>
              <a:t>C: Episodic transmission</a:t>
            </a:r>
          </a:p>
          <a:p>
            <a:pPr lvl="1"/>
            <a:r>
              <a:rPr lang="en-GB" dirty="0"/>
              <a:t>D: Conditional epidemic potential (currently limited outbreak evidence)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66086-08C4-BC25-CEE1-39F79817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9" y="1396289"/>
            <a:ext cx="5906324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9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6F8BC89-B094-E954-59B6-80452F09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78"/>
            <a:ext cx="10515600" cy="1325563"/>
          </a:xfrm>
        </p:spPr>
        <p:txBody>
          <a:bodyPr/>
          <a:lstStyle/>
          <a:p>
            <a:r>
              <a:rPr lang="en-GB" dirty="0"/>
              <a:t>Transmission dynamic type classification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552B502-8D0F-B4EA-2BA1-3DA67A24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76" y="5463470"/>
            <a:ext cx="10690123" cy="139453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Classified 103 countries into four representative transmission types </a:t>
            </a:r>
          </a:p>
          <a:p>
            <a:pPr lvl="1"/>
            <a:r>
              <a:rPr lang="en-GB" dirty="0"/>
              <a:t>A: Finite circulation since introduction: 39 countries</a:t>
            </a:r>
          </a:p>
          <a:p>
            <a:pPr lvl="1"/>
            <a:r>
              <a:rPr lang="en-GB" dirty="0"/>
              <a:t>B: Lond-term endemic equilibrium: 12 countries</a:t>
            </a:r>
          </a:p>
          <a:p>
            <a:pPr lvl="1"/>
            <a:r>
              <a:rPr lang="en-GB" dirty="0"/>
              <a:t>C: Episodic transmission: 42 countries</a:t>
            </a:r>
          </a:p>
          <a:p>
            <a:pPr lvl="1"/>
            <a:r>
              <a:rPr lang="en-GB" dirty="0"/>
              <a:t>D: Conditional epidemic potential (currently limited outbreak evidence): 10 countries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1DD4D9-FA34-47A9-C779-1BC18224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39" y="981575"/>
            <a:ext cx="9850831" cy="44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0C141E0-9DE5-01BA-2A78-8D075657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Infection model updates by transmission archetypes: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F5D68482-1513-FF70-2B1E-CC2ECA23B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905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𝑑𝑒𝑛𝑜𝑡𝑒𝑠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𝑡𝑦𝑝𝑒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𝑑𝑒𝑛𝑜𝑡𝑠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𝑝𝑟𝑜𝑏𝑎𝑏𝑖𝑙𝑖𝑡𝑦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Replaced the assumption of continuous lifelong exposure with an archetype specific effective exposure duration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F5D68482-1513-FF70-2B1E-CC2ECA23B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9053"/>
                <a:ext cx="10515600" cy="4351338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0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13F22-7B76-85B6-BA30-8E9A803C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(A) Finite circulation since 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7405FE-EDBF-0F5D-A6E9-A94ED33EEB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the number of years since sustained transmission was introduced in country C,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GB" dirty="0"/>
                  <a:t> is the effective historical exposure duration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   0 ≤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        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Individuals cannot have accumulated chikungunya exposure before transmission began in the country. Older age groups therefore do not automatically receive a full lifetime of exposure 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7405FE-EDBF-0F5D-A6E9-A94ED33EE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47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E71A-9D5A-C218-36D3-DECC9C0F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E7DF1-29A2-BE42-FE51-72223D62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(B) Long-term endemic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4760F3-0546-E180-5036-51A01E3A8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Continuous exposure from birth is assumed. </a:t>
                </a:r>
              </a:p>
              <a:p>
                <a:pPr marL="0" indent="0">
                  <a:buNone/>
                </a:pPr>
                <a:r>
                  <a:rPr lang="en-GB" dirty="0"/>
                  <a:t>This retains the conventional simple catalytic assumptions of continuous exposure from birth and represents settings with long-established endemic transmission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4760F3-0546-E180-5036-51A01E3A8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8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7636-5A19-E48C-B4FA-24C2409A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6ACEC-BD1E-CD80-B5DB-E7A9FE7D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(C) Episodic transmission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064715B-C5ED-9F38-35B3-D8CAAF6BB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8253"/>
                <a:ext cx="10515600" cy="494302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𝑖𝑛𝑡𝑒𝑟𝑒𝑝𝑖𝑑𝑒𝑚𝑖𝑐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𝑝𝑒𝑟𝑖𝑜𝑑</m:t>
                      </m:r>
                    </m:oMath>
                  </m:oMathPara>
                </a14:m>
                <a:endParaRPr lang="en-GB" sz="1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𝑒𝑝𝑖𝑑𝑒𝑚𝑖𝑐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𝑜𝑝𝑝𝑜𝑟𝑡𝑢𝑛𝑖𝑡𝑖𝑒𝑠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𝑒𝑥𝑝𝑒𝑟𝑖𝑒𝑛𝑐𝑒𝑑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𝑎𝑔𝑒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400" dirty="0"/>
              </a:p>
              <a:p>
                <a:pPr marL="0" indent="0">
                  <a:buNone/>
                </a:pPr>
                <a:r>
                  <a:rPr lang="en-GB" dirty="0"/>
                  <a:t>Exposure is concentrated within episodic transmission periods rather than accumulated continuously over the full lifetime. Uncertainty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propagated jointly with FOI uncertainty through PSA (7-20 years of inter-epidemic periods)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064715B-C5ED-9F38-35B3-D8CAAF6BB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8253"/>
                <a:ext cx="10515600" cy="4943022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29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ED1A-3025-3B3D-1B66-66923390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11518-5B45-09A8-2886-A85FD94A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(D) Conditional epidemic potential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D925368-7DFF-88B4-A5EC-D475BEB3DC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=1],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𝑖𝑛𝑑𝑖𝑐𝑎𝑡𝑒𝑠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𝑡h𝑎𝑡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𝑙𝑜𝑐𝑎𝑙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𝑡𝑟𝑎𝑛𝑠𝑚𝑖𝑠𝑠𝑖𝑜𝑛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𝑜𝑢𝑡𝑏𝑟𝑒𝑎𝑘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𝑜𝑐𝑐𝑢𝑟𝑠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Archetype D represents the potential burden conditional on transmission occurring.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D925368-7DFF-88B4-A5EC-D475BEB3DC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42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FB77C-AD30-5080-60C6-D99975099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 specific annual incidence by transmission type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00B91A-A400-9D50-BB60-11B96918A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3828" y="1335314"/>
            <a:ext cx="3399971" cy="4841649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7B3727-4A0F-78F5-4521-C30085D0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2" y="1335314"/>
            <a:ext cx="69723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48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B5161-5018-D69E-ED2F-78F60DF227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Comorbidity analysis </a:t>
            </a:r>
            <a:br>
              <a:rPr lang="en-GB" dirty="0"/>
            </a:br>
            <a:r>
              <a:rPr lang="en-GB" dirty="0"/>
              <a:t>(underlying conditions)</a:t>
            </a:r>
          </a:p>
        </p:txBody>
      </p:sp>
    </p:spTree>
    <p:extLst>
      <p:ext uri="{BB962C8B-B14F-4D97-AF65-F5344CB8AC3E}">
        <p14:creationId xmlns:p14="http://schemas.microsoft.com/office/powerpoint/2010/main" val="116393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85805-E5C4-0FDD-FF71-AA241F55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relative risk of hospitalisation using Brazil surveillance data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2E8948-1810-1935-2A36-9C03C29E6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43" y="1523774"/>
            <a:ext cx="6398942" cy="5334226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0B49F8-361A-2160-8C30-E560698B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086" y="1690688"/>
            <a:ext cx="4024086" cy="4993254"/>
          </a:xfrm>
        </p:spPr>
        <p:txBody>
          <a:bodyPr/>
          <a:lstStyle/>
          <a:p>
            <a:r>
              <a:rPr lang="en-GB" dirty="0"/>
              <a:t>Fitted GAM to the observed surveillance data of confirmed and hospitalised chikungunya patients from 2017-2024 </a:t>
            </a:r>
          </a:p>
          <a:p>
            <a:pPr lvl="1"/>
            <a:r>
              <a:rPr lang="en-GB" dirty="0"/>
              <a:t>Reference group: no comorbidity  </a:t>
            </a:r>
          </a:p>
        </p:txBody>
      </p:sp>
    </p:spTree>
    <p:extLst>
      <p:ext uri="{BB962C8B-B14F-4D97-AF65-F5344CB8AC3E}">
        <p14:creationId xmlns:p14="http://schemas.microsoft.com/office/powerpoint/2010/main" val="290064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5D9BD-AFB3-E365-B053-6F1141A4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age group specific relative risk by comorbidity group using GAM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6987A79-BCEF-D338-DE09-CEC8CCB08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6254"/>
            <a:ext cx="5219868" cy="4351338"/>
          </a:xfrm>
          <a:prstGeom prst="rect">
            <a:avLst/>
          </a:prstGeom>
        </p:spPr>
      </p:pic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2C123985-E58C-6E29-1081-0885ADC5C8F6}"/>
              </a:ext>
            </a:extLst>
          </p:cNvPr>
          <p:cNvSpPr txBox="1">
            <a:spLocks/>
          </p:cNvSpPr>
          <p:nvPr/>
        </p:nvSpPr>
        <p:spPr>
          <a:xfrm>
            <a:off x="7199086" y="1690688"/>
            <a:ext cx="4024086" cy="4993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Estimated standardised risk of hospitalisation = average of predicted risk across both female and male </a:t>
            </a:r>
          </a:p>
          <a:p>
            <a:r>
              <a:rPr lang="en-GB" dirty="0"/>
              <a:t>RR = (standardised hospitalisation risk by each comorbid group) / (reference group risk) </a:t>
            </a:r>
          </a:p>
        </p:txBody>
      </p:sp>
    </p:spTree>
    <p:extLst>
      <p:ext uri="{BB962C8B-B14F-4D97-AF65-F5344CB8AC3E}">
        <p14:creationId xmlns:p14="http://schemas.microsoft.com/office/powerpoint/2010/main" val="126500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20F2-B49C-5943-3C24-250CC9CC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6C4DF-3447-B9C4-71CC-4E749DC7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relative risk of death using Brazil surveillance data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95DC8C-EBF6-B59E-B44D-7430F358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086" y="1690688"/>
            <a:ext cx="4024086" cy="4993254"/>
          </a:xfrm>
        </p:spPr>
        <p:txBody>
          <a:bodyPr/>
          <a:lstStyle/>
          <a:p>
            <a:r>
              <a:rPr lang="en-GB" dirty="0"/>
              <a:t>Fitted GAM to the observed surveillance data of confirmed and hospitalised chikungunya patients from 2017-2024 </a:t>
            </a:r>
          </a:p>
          <a:p>
            <a:pPr lvl="1"/>
            <a:r>
              <a:rPr lang="en-GB" dirty="0"/>
              <a:t>Reference group: no comorbidity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4BD8C0-36E4-8E27-2B15-68428CA0E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78" y="1354506"/>
            <a:ext cx="5279051" cy="532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01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EDB3-1337-8CC5-FA50-37A88C49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63902-6CF3-CECA-1E0D-E347BBC0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209436"/>
            <a:ext cx="10515600" cy="1325563"/>
          </a:xfrm>
        </p:spPr>
        <p:txBody>
          <a:bodyPr/>
          <a:lstStyle/>
          <a:p>
            <a:r>
              <a:rPr lang="en-GB" dirty="0"/>
              <a:t>Estimating age group specific relative risk by comorbidity group using GAM </a:t>
            </a: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AD74F805-3C45-E013-FC14-5E45C57CEEDE}"/>
              </a:ext>
            </a:extLst>
          </p:cNvPr>
          <p:cNvSpPr txBox="1">
            <a:spLocks/>
          </p:cNvSpPr>
          <p:nvPr/>
        </p:nvSpPr>
        <p:spPr>
          <a:xfrm>
            <a:off x="6821714" y="1655310"/>
            <a:ext cx="4024086" cy="4993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Estimated standardised risk of death = average of predicted risk across both female and male </a:t>
            </a:r>
          </a:p>
          <a:p>
            <a:r>
              <a:rPr lang="en-GB" dirty="0"/>
              <a:t>RR = (standardised death risk by each comorbid group) / (reference group risk)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BFB78C-5B3F-9996-BB83-21426E288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43" y="1288256"/>
            <a:ext cx="4258900" cy="514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0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EC16C-B98E-BAD7-ADD9-10DBBA61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prevalence of underlying conditions by age group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CED83A-620D-279F-97F6-DA65A34D6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086" y="1567543"/>
            <a:ext cx="3646714" cy="4474483"/>
          </a:xfrm>
        </p:spPr>
        <p:txBody>
          <a:bodyPr/>
          <a:lstStyle/>
          <a:p>
            <a:r>
              <a:rPr lang="en-GB" dirty="0"/>
              <a:t>Summary of 7 underlying conditions by age group at global, regional, and national levels (aligning with the conditions present in SINAN Brazil data)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8E99A0-EDEF-77F3-EBA0-3CFFB505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95" y="1343932"/>
            <a:ext cx="7297591" cy="514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1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ECF65-7EAD-4328-37D5-51B02BA0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global disease prevalence to individual disease status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43AFC-0E37-1E8C-3BD2-BCE970F86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43" y="2006601"/>
            <a:ext cx="7344228" cy="3523030"/>
          </a:xfrm>
        </p:spPr>
        <p:txBody>
          <a:bodyPr/>
          <a:lstStyle/>
          <a:p>
            <a:r>
              <a:rPr lang="en-GB" dirty="0"/>
              <a:t>Assigning standardised risk scores </a:t>
            </a:r>
          </a:p>
          <a:p>
            <a:pPr lvl="1"/>
            <a:r>
              <a:rPr lang="en-GB" dirty="0"/>
              <a:t>For each country and age group, create 10,000 synthetic individuals</a:t>
            </a:r>
          </a:p>
          <a:p>
            <a:pPr lvl="1"/>
            <a:r>
              <a:rPr lang="en-GB" dirty="0"/>
              <a:t>Each individual receives one standardised risk score for each of the 7 conditions </a:t>
            </a:r>
          </a:p>
          <a:p>
            <a:pPr lvl="2"/>
            <a:r>
              <a:rPr lang="en-GB" dirty="0"/>
              <a:t>Score 0 = an average underlying propensity</a:t>
            </a:r>
          </a:p>
          <a:p>
            <a:pPr lvl="2"/>
            <a:r>
              <a:rPr lang="en-GB" dirty="0"/>
              <a:t>Score &gt; 0 = higher than average propensity</a:t>
            </a:r>
          </a:p>
          <a:p>
            <a:pPr lvl="2"/>
            <a:r>
              <a:rPr lang="en-GB" dirty="0"/>
              <a:t>Score &lt; 0 = lower than average propensity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8B6E24-10AE-2D3E-E3B0-B3DCB7CFC054}"/>
                  </a:ext>
                </a:extLst>
              </p:cNvPr>
              <p:cNvSpPr txBox="1"/>
              <p:nvPr/>
            </p:nvSpPr>
            <p:spPr>
              <a:xfrm>
                <a:off x="1037771" y="1534363"/>
                <a:ext cx="2968505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….,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,7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8B6E24-10AE-2D3E-E3B0-B3DCB7CFC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771" y="1534363"/>
                <a:ext cx="2968505" cy="312650"/>
              </a:xfrm>
              <a:prstGeom prst="rect">
                <a:avLst/>
              </a:prstGeom>
              <a:blipFill>
                <a:blip r:embed="rId2"/>
                <a:stretch>
                  <a:fillRect l="-1232" r="-2259" b="-27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C46748-F160-1920-CA9F-B14DBAC7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206748"/>
              </p:ext>
            </p:extLst>
          </p:nvPr>
        </p:nvGraphicFramePr>
        <p:xfrm>
          <a:off x="838200" y="4755515"/>
          <a:ext cx="10515600" cy="17373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647026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8481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53968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5502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Prevalence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 cut-off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Population classified 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06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377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Hypertension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354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Renal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10983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FF04122-8FEC-6A87-4F7C-2E0FDE1CD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046" y="1328369"/>
            <a:ext cx="4398669" cy="26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09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818DF-5CDF-8F6F-34EF-D479AF2B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 matrix by age group (7 underlying conditions)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5054AC-D9D8-7183-76F4-5DA1E269D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5" y="1690688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C5A8-6915-CCC9-836D-4F0F6872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870CD-93C4-A36F-3244-8E72148F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Counting conditions within the synthetic population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9F80FD-457D-E6AE-5296-F6C140B57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99" y="1433014"/>
            <a:ext cx="10947399" cy="3991971"/>
          </a:xfrm>
        </p:spPr>
        <p:txBody>
          <a:bodyPr/>
          <a:lstStyle/>
          <a:p>
            <a:r>
              <a:rPr lang="en-GB" dirty="0"/>
              <a:t>Creating individual comorbidity profiles </a:t>
            </a:r>
          </a:p>
          <a:p>
            <a:pPr lvl="1"/>
            <a:r>
              <a:rPr lang="en-GB" dirty="0"/>
              <a:t>Each individual receives a binary status for all 7 conditions </a:t>
            </a:r>
          </a:p>
          <a:p>
            <a:pPr lvl="1"/>
            <a:r>
              <a:rPr lang="en-GB" dirty="0"/>
              <a:t>1 = condition present</a:t>
            </a:r>
          </a:p>
          <a:p>
            <a:pPr lvl="1"/>
            <a:r>
              <a:rPr lang="en-GB" dirty="0"/>
              <a:t>0 = condition absent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E604E27-40B5-5566-73F5-07E35688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120054"/>
              </p:ext>
            </p:extLst>
          </p:nvPr>
        </p:nvGraphicFramePr>
        <p:xfrm>
          <a:off x="838200" y="2956105"/>
          <a:ext cx="10515603" cy="246888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66367725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8138255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22762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8782849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1902824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1501229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4472437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Synthetic individual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Hypertension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Renal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Liver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3175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576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9490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345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922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643583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D07622B-63D6-7AC3-8367-F5BC7F274248}"/>
              </a:ext>
            </a:extLst>
          </p:cNvPr>
          <p:cNvSpPr txBox="1">
            <a:spLocks/>
          </p:cNvSpPr>
          <p:nvPr/>
        </p:nvSpPr>
        <p:spPr>
          <a:xfrm>
            <a:off x="664027" y="5686242"/>
            <a:ext cx="10947399" cy="3991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Final mutually exclusive groups by number of conditions  </a:t>
            </a:r>
          </a:p>
        </p:txBody>
      </p:sp>
    </p:spTree>
    <p:extLst>
      <p:ext uri="{BB962C8B-B14F-4D97-AF65-F5344CB8AC3E}">
        <p14:creationId xmlns:p14="http://schemas.microsoft.com/office/powerpoint/2010/main" val="2796847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B3D5E-A309-28DC-1861-03A86E43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Probability of hospitalisation by number of underlying conditions (0, 1, 2 +)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F1445-1B6C-404F-407C-4A4F09D0A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456" y="1582057"/>
            <a:ext cx="4285343" cy="4594906"/>
          </a:xfrm>
        </p:spPr>
        <p:txBody>
          <a:bodyPr/>
          <a:lstStyle/>
          <a:p>
            <a:endParaRPr lang="en-GB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1E7F19-5E1D-4839-49AF-7255FC87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45" y="1426822"/>
            <a:ext cx="6077737" cy="514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03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0F973-73E0-237A-65F9-843D733F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average age specific chikungunya deaths per 10,000 </a:t>
            </a:r>
            <a:r>
              <a:rPr lang="en-GB" dirty="0" err="1"/>
              <a:t>chik</a:t>
            </a:r>
            <a:r>
              <a:rPr lang="en-GB" dirty="0"/>
              <a:t>-confirmed individuals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4854233-9969-4304-08DB-D6EC424F7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9168"/>
            <a:ext cx="5519057" cy="49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E4877-7606-7B90-F25C-81610FE7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Hospitalisation per 10,000 individuals by age, comorbidity group, and transmission archetype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2A47B73-DDE1-F46A-2F44-9044F0E9E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694" y="1796595"/>
            <a:ext cx="6280112" cy="493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8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803</Words>
  <Application>Microsoft Office PowerPoint</Application>
  <PresentationFormat>와이드스크린</PresentationFormat>
  <Paragraphs>149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Cambria Math</vt:lpstr>
      <vt:lpstr>Office 테마</vt:lpstr>
      <vt:lpstr>Transmission archetype classification</vt:lpstr>
      <vt:lpstr>Motivation </vt:lpstr>
      <vt:lpstr>Transmission dynamic type classification</vt:lpstr>
      <vt:lpstr>Infection model updates by transmission archetypes: </vt:lpstr>
      <vt:lpstr>(A) Finite circulation since introduction</vt:lpstr>
      <vt:lpstr>(B) Long-term endemic equilibrium</vt:lpstr>
      <vt:lpstr>(C) Episodic transmission</vt:lpstr>
      <vt:lpstr>(D) Conditional epidemic potential</vt:lpstr>
      <vt:lpstr>Age specific annual incidence by transmission type </vt:lpstr>
      <vt:lpstr>Comorbidity analysis  (underlying conditions)</vt:lpstr>
      <vt:lpstr>Estimating relative risk of hospitalisation using Brazil surveillance data </vt:lpstr>
      <vt:lpstr>Estimating age group specific relative risk by comorbidity group using GAM </vt:lpstr>
      <vt:lpstr>Estimating relative risk of death using Brazil surveillance data </vt:lpstr>
      <vt:lpstr>Estimating age group specific relative risk by comorbidity group using GAM </vt:lpstr>
      <vt:lpstr>Global prevalence of underlying conditions by age group</vt:lpstr>
      <vt:lpstr>From global disease prevalence to individual disease status</vt:lpstr>
      <vt:lpstr>Correlation matrix by age group (7 underlying conditions)</vt:lpstr>
      <vt:lpstr>Counting conditions within the synthetic population</vt:lpstr>
      <vt:lpstr>Probability of hospitalisation by number of underlying conditions (0, 1, 2 +)</vt:lpstr>
      <vt:lpstr>Global average age specific chikungunya deaths per 10,000 chik-confirmed individuals </vt:lpstr>
      <vt:lpstr>Hospitalisation per 10,000 individuals by age, comorbidity group, and transmission archetype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효림 강</dc:creator>
  <cp:lastModifiedBy>효림 강</cp:lastModifiedBy>
  <cp:revision>1</cp:revision>
  <dcterms:created xsi:type="dcterms:W3CDTF">2026-07-24T00:46:22Z</dcterms:created>
  <dcterms:modified xsi:type="dcterms:W3CDTF">2026-07-24T07:59:44Z</dcterms:modified>
</cp:coreProperties>
</file>